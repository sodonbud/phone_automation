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C6EF8"/>
                </a:solidFill>
              </a:rPr>
              <a:t>📱 Phone Test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Web UI User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18096"/>
                </a:solidFill>
              </a:rPr>
              <a:t>ADB-based Phone Automation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18096"/>
                </a:solidFill>
              </a:rPr>
              <a:t>Version 1.0  ·  Mobicom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22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🖱️ Drag &amp; Drop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Build test workflows visually — no code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4952" y="822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868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👁️ Live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See steps as a formatted table in real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7024" y="822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8464" y="868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⚙️ Device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Edit phone numbers &amp; serials directly in 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9096" y="822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0536" y="868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▶ Run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1234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Stream live PASS/FAIL results from the browser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965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0116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📊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377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Pass rate bar, stat cards, full results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4952" y="1965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2" y="20116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📁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2377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Save and reload named workflows (localStorage)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7024" y="1965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98464" y="20116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⬇ Export 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2377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Generate xlsx compatible with the CLI runner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69096" y="1965960"/>
            <a:ext cx="2743200" cy="100584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0536" y="20116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🏠 Auto 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377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Devices return to home screen after test 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77240"/>
            <a:ext cx="502920" cy="50292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Enable USB 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Settings → Developer Options → USB Debugging ON on each phone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91640"/>
            <a:ext cx="502920" cy="50292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Connect via USB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Plug both phones into the PC. Run: adb devices — both serials must appear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606040"/>
            <a:ext cx="502920" cy="50292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Edit config.py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Set DEVICES serial numbers and PHONE_NUMBERS for each phone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520440"/>
            <a:ext cx="502920" cy="50292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Install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pip install flask openpyxl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434840"/>
            <a:ext cx="502920" cy="50292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5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Double-click start_web.bat  OR  run: python web_builder.py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349240"/>
            <a:ext cx="502920" cy="50292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Open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5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Navigate to http://localhost:5000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Interface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31520"/>
            <a:ext cx="11823192" cy="50292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Header Bar — Title | + Section | Clear | 📁 Templates | ⬇ Export | ▶ Run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25880"/>
            <a:ext cx="2286000" cy="4937760"/>
          </a:xfrm>
          <a:prstGeom prst="rect">
            <a:avLst/>
          </a:prstGeom>
          <a:solidFill>
            <a:srgbClr val="161926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18096"/>
                </a:solidFill>
              </a:rPr>
              <a:t>Left Sidebar
Actions Palette
(drag to canvas)
────────
Devices Panel
Phone1 / Phone2
Serial + Number
💾 Save 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325880"/>
            <a:ext cx="5760720" cy="4937760"/>
          </a:xfrm>
          <a:prstGeom prst="rect">
            <a:avLst/>
          </a:prstGeom>
          <a:solidFill>
            <a:srgbClr val="12152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18096"/>
                </a:solidFill>
              </a:rPr>
              <a:t>Editor Pane
Drag &amp; drop steps here
Edit fields inline
Reorder by dragging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325880"/>
            <a:ext cx="3749039" cy="4937760"/>
          </a:xfrm>
          <a:prstGeom prst="rect">
            <a:avLst/>
          </a:prstGeom>
          <a:solidFill>
            <a:srgbClr val="0A0C14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18096"/>
                </a:solidFill>
              </a:rPr>
              <a:t>Preview Pane
#  Action  Target
1  📞CALL  Ph1
2  📲ANSW  Ph2
3  ⏳WAIT  Ph1
──────────
4  💬SMS   Ph1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327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EF8"/>
                </a:solidFill>
              </a:rPr>
              <a:t>← Sidebar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27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6EF8"/>
                </a:solidFill>
              </a:rPr>
              <a:t>← Editor Pane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6327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EF8"/>
                </a:solidFill>
              </a:rPr>
              <a:t>Preview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Actions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77240"/>
            <a:ext cx="2834640" cy="868680"/>
          </a:xfrm>
          <a:prstGeom prst="rect">
            <a:avLst/>
          </a:prstGeom>
          <a:solidFill>
            <a:srgbClr val="007224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📞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Dial a phone number from the target device.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777240"/>
            <a:ext cx="2834640" cy="868680"/>
          </a:xfrm>
          <a:prstGeom prst="rect">
            <a:avLst/>
          </a:prstGeom>
          <a:solidFill>
            <a:srgbClr val="009035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</a:rPr>
              <a:t>📲 ANSWER_CALL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1430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Wait for incoming ring then answer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777240"/>
            <a:ext cx="2834640" cy="868680"/>
          </a:xfrm>
          <a:prstGeom prst="rect">
            <a:avLst/>
          </a:prstGeom>
          <a:solidFill>
            <a:srgbClr val="AB100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</a:rPr>
              <a:t>📵 END_CALL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1430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Hang up the active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777240"/>
            <a:ext cx="2834640" cy="868680"/>
          </a:xfrm>
          <a:prstGeom prst="rect">
            <a:avLst/>
          </a:prstGeom>
          <a:solidFill>
            <a:srgbClr val="59696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8229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5A5A6"/>
                </a:solidFill>
              </a:rPr>
              <a:t>⏳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1430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Pause execution for N seconds between 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55648"/>
            <a:ext cx="2834640" cy="868680"/>
          </a:xfrm>
          <a:prstGeom prst="rect">
            <a:avLst/>
          </a:prstGeom>
          <a:solidFill>
            <a:srgbClr val="00447D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8013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980B9"/>
                </a:solidFill>
              </a:rPr>
              <a:t>💬 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214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Send a text message from the target device.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755648"/>
            <a:ext cx="2834640" cy="868680"/>
          </a:xfrm>
          <a:prstGeom prst="rect">
            <a:avLst/>
          </a:prstGeom>
          <a:solidFill>
            <a:srgbClr val="005C9F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18013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98DB"/>
                </a:solidFill>
              </a:rPr>
              <a:t>🔍 CHECK_SMS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214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Verify an SMS was received from a given sender.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755648"/>
            <a:ext cx="2834640" cy="868680"/>
          </a:xfrm>
          <a:prstGeom prst="rect">
            <a:avLst/>
          </a:prstGeom>
          <a:solidFill>
            <a:srgbClr val="006449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8013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085"/>
                </a:solidFill>
              </a:rPr>
              <a:t>📋 CHECK_CALL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1214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Verify a call entry exists in the call log.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755648"/>
            <a:ext cx="2834640" cy="868680"/>
          </a:xfrm>
          <a:prstGeom prst="rect">
            <a:avLst/>
          </a:prstGeom>
          <a:solidFill>
            <a:srgbClr val="005576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8013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891B2"/>
                </a:solidFill>
              </a:rPr>
              <a:t>📶 CHECK_VOLTE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1214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Verify VoLTE is active via IMS registration and network type.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734056"/>
            <a:ext cx="2834640" cy="868680"/>
          </a:xfrm>
          <a:prstGeom prst="rect">
            <a:avLst/>
          </a:prstGeom>
          <a:solidFill>
            <a:srgbClr val="520871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77977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E44AD"/>
                </a:solidFill>
              </a:rPr>
              <a:t>📡 USSD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099815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Dial a USSD code and capture the network response.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734056"/>
            <a:ext cx="2834640" cy="868680"/>
          </a:xfrm>
          <a:prstGeom prst="rect">
            <a:avLst/>
          </a:prstGeom>
          <a:solidFill>
            <a:srgbClr val="97180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277977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35400"/>
                </a:solidFill>
              </a:rPr>
              <a:t>📶 SET_NETWORK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099815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Change the preferred network mode.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734056"/>
            <a:ext cx="2834640" cy="868680"/>
          </a:xfrm>
          <a:prstGeom prst="rect">
            <a:avLst/>
          </a:prstGeom>
          <a:solidFill>
            <a:srgbClr val="B7600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77977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</a:rPr>
              <a:t>💡 WAKE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099815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Wake and unlock the device screen.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734056"/>
            <a:ext cx="2834640" cy="868680"/>
          </a:xfrm>
          <a:prstGeom prst="rect">
            <a:avLst/>
          </a:prstGeom>
          <a:solidFill>
            <a:srgbClr val="435051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77977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</a:rPr>
              <a:t>⚙️ SET_CONFIG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099815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Set an Android settings key via ADB.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712463"/>
            <a:ext cx="2834640" cy="868680"/>
          </a:xfrm>
          <a:prstGeom prst="rect">
            <a:avLst/>
          </a:prstGeom>
          <a:solidFill>
            <a:srgbClr val="435051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75818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</a:rPr>
              <a:t>🔧 GET_CONFIG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07822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Read an Android settings key via ADB.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Building a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822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Add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Drag actions from the palette OR double-click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77240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822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822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Add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188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Click "+ Section" → type the section title → press 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57400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Fill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68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Set Target Phone, Number/Code, Value, Expected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057400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4️⃣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Reorder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68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Drag the step header OR use ▲▼ buttons in toolbar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37560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5️⃣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3832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490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Click ⎘ on any step to copy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37560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6️⃣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3832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7490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Click ✕ on a step, or select + Delete button in toolbar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663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7️⃣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634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Save Template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2919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📁 Templates → enter a name → 💾 Save current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17719"/>
            <a:ext cx="5577840" cy="10972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46634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8️⃣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6634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02919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⬇ Export Excel → downloads test_cases.xlsx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Running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How to run: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Click ▶ Run Test in the header 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64792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The run panel opens, covering the canvas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32304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323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Each step shows blue 'running…' badge while executing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99815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5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Results update live: ✓ PASS | ✗ FAIL | — SKIP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67328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67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Live counter tracks totals in the panel header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434840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Click ■ Stop at any time to abort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102352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023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Devices return to Home Screen automatically when 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769864"/>
            <a:ext cx="365760" cy="36576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98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Click 📊 View Report to see the full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C6EF8"/>
                </a:solidFill>
              </a:rPr>
              <a:t>Result badges: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234440"/>
            <a:ext cx="1371600" cy="502920"/>
          </a:xfrm>
          <a:prstGeom prst="rect">
            <a:avLst/>
          </a:prstGeom>
          <a:solidFill>
            <a:srgbClr val="27AE6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234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Action succeeded (and Expected Result matched if set)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423160"/>
            <a:ext cx="1371600" cy="502920"/>
          </a:xfrm>
          <a:prstGeom prst="rect">
            <a:avLst/>
          </a:prstGeom>
          <a:solidFill>
            <a:srgbClr val="E74C3C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231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Action failed or Expected Result not found in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611880"/>
            <a:ext cx="1371600" cy="502920"/>
          </a:xfrm>
          <a:prstGeom prst="rect">
            <a:avLst/>
          </a:prstGeom>
          <a:solidFill>
            <a:srgbClr val="F39C12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SKIP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11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Action not supported or dry-run mode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800600"/>
            <a:ext cx="1371600" cy="502920"/>
          </a:xfrm>
          <a:prstGeom prst="rect">
            <a:avLst/>
          </a:prstGeom>
          <a:solidFill>
            <a:srgbClr val="2980B9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running…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006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Step is currently executing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Reports &amp;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EF8"/>
                </a:solidFill>
              </a:rPr>
              <a:t>📊 Test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88720" cy="100584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11
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188720"/>
            <a:ext cx="1188720" cy="1005840"/>
          </a:xfrm>
          <a:prstGeom prst="rect">
            <a:avLst/>
          </a:prstGeom>
          <a:solidFill>
            <a:srgbClr val="1A4731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7AE60"/>
                </a:solidFill>
              </a:rPr>
              <a:t>9
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188720"/>
            <a:ext cx="1188720" cy="1005840"/>
          </a:xfrm>
          <a:prstGeom prst="rect">
            <a:avLst/>
          </a:prstGeom>
          <a:solidFill>
            <a:srgbClr val="4A1515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74C3C"/>
                </a:solidFill>
              </a:rPr>
              <a:t>2
Failed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188720"/>
            <a:ext cx="1188720" cy="1005840"/>
          </a:xfrm>
          <a:prstGeom prst="rect">
            <a:avLst/>
          </a:prstGeom>
          <a:solidFill>
            <a:srgbClr val="3D320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39C12"/>
                </a:solidFill>
              </a:rPr>
              <a:t>0
Skipped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4434840" cy="228600"/>
          </a:xfrm>
          <a:prstGeom prst="rect">
            <a:avLst/>
          </a:prstGeom>
          <a:solidFill>
            <a:srgbClr val="27AE6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21024" y="2331720"/>
            <a:ext cx="1088136" cy="228600"/>
          </a:xfrm>
          <a:prstGeom prst="rect">
            <a:avLst/>
          </a:prstGeom>
          <a:solidFill>
            <a:srgbClr val="E74C3C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82%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5486400" cy="32004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18096"/>
                </a:solidFill>
              </a:rPr>
              <a:t>#   Action      Target   Result  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486400" cy="292608"/>
          </a:xfrm>
          <a:prstGeom prst="rect">
            <a:avLst/>
          </a:prstGeom>
          <a:solidFill>
            <a:srgbClr val="0F111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1   📞 CALL    Phone1   PASS     Starting: Intent...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10128"/>
            <a:ext cx="5486400" cy="292608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2   📲 ANSW    Phone2   PASS     Call answered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02736"/>
            <a:ext cx="5486400" cy="292608"/>
          </a:xfrm>
          <a:prstGeom prst="rect">
            <a:avLst/>
          </a:prstGeom>
          <a:solidFill>
            <a:srgbClr val="0F111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3   📶 VOLTE   Phone1   PASS     VoLTE ACTIVE — IMS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95344"/>
            <a:ext cx="5486400" cy="292608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74C3C"/>
                </a:solidFill>
              </a:rPr>
              <a:t>4   💬 SMS     Phone1   FAIL     Send button not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731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EF8"/>
                </a:solidFill>
              </a:rPr>
              <a:t>📁 Template Manager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188720"/>
            <a:ext cx="5303520" cy="4114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⭐ Default Template     built-in     [Load]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645920"/>
            <a:ext cx="5303520" cy="4114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Regression Test    8 steps · 6/10     [Load][✕]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103120"/>
            <a:ext cx="5303520" cy="4114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VoLTE Test         4 steps · 6/10     [Load][✕]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560320"/>
            <a:ext cx="3931920" cy="41148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718096"/>
                </a:solidFill>
              </a:rPr>
              <a:t>Template name…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2560320"/>
            <a:ext cx="1280160" cy="41148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💾 Save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54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• Stored in browser localStorage — survives page refresh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11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• Overwrite: save with the same 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• Works across test sessions on the same machine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Device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4114800" cy="539496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749039" cy="22860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🟢 Phone1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Serial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01952"/>
            <a:ext cx="3566160" cy="347472"/>
          </a:xfrm>
          <a:prstGeom prst="rect">
            <a:avLst/>
          </a:prstGeom>
          <a:solidFill>
            <a:srgbClr val="0F111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RF8Y606FYXX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Phone Number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42032"/>
            <a:ext cx="3566160" cy="347472"/>
          </a:xfrm>
          <a:prstGeom prst="rect">
            <a:avLst/>
          </a:prstGeom>
          <a:solidFill>
            <a:srgbClr val="0F111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+97694310546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3749039" cy="22860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🟢 Phone2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connected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Serial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79392"/>
            <a:ext cx="3566160" cy="347472"/>
          </a:xfrm>
          <a:prstGeom prst="rect">
            <a:avLst/>
          </a:prstGeom>
          <a:solidFill>
            <a:srgbClr val="0F111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4B270DLAQ003DE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Phone 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19472"/>
            <a:ext cx="3566160" cy="347472"/>
          </a:xfrm>
          <a:prstGeom prst="rect">
            <a:avLst/>
          </a:prstGeom>
          <a:solidFill>
            <a:srgbClr val="0F111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+97695091051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43600"/>
            <a:ext cx="3749039" cy="41148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💾 Save to config.py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914400"/>
            <a:ext cx="3474720" cy="22860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005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Find your serial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4630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Run:  adb devices
in a terminal with phone connected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914400"/>
            <a:ext cx="3474720" cy="22860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1005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Online indicator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4630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🟢 Green = ADB connected
⚫ Grey = not detected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657600"/>
            <a:ext cx="3474720" cy="22860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3749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Refresh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Click "↻ refresh" to re-check
ADB connection in real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657600"/>
            <a:ext cx="3474720" cy="22860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3749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6EF8"/>
                </a:solidFill>
              </a:rPr>
              <a:t>Save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"💾 Save to config.py" writes
both serial and phone number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1D27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C6EF8"/>
                </a:solidFill>
              </a:rPr>
              <a:t>Tips &amp;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31520"/>
            <a:ext cx="5852160" cy="27432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731520"/>
            <a:ext cx="5852160" cy="457200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💡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Run CHECK_VOLTE during an active call (after CALL + ANSWER_CALL) for accurate results
• Add WAIT (5–10s) after SMS before CHECK_SMS to let the message arrive
• Use sections to group related steps — they appear as dividers in the report
• Name and save your workflow as a template before running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731520"/>
            <a:ext cx="5852160" cy="27432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731520"/>
            <a:ext cx="5852160" cy="457200"/>
          </a:xfrm>
          <a:prstGeom prst="rect">
            <a:avLst/>
          </a:prstGeom>
          <a:solidFill>
            <a:srgbClr val="E74C3C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🔴 Common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Device offline: check USB cable, re-enable USB debugging, run adb devices
• ANSWER_CALL timeout: increase Value to 30s if the ring takes longer
• CHECK_SMS fails: add a longer WAIT before it, or check sender number format
• USSD no response: the carrier may block ADB-initiated USSD on some SIMs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657600"/>
            <a:ext cx="5852160" cy="27432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657600"/>
            <a:ext cx="5852160" cy="457200"/>
          </a:xfrm>
          <a:prstGeom prst="rect">
            <a:avLst/>
          </a:prstGeom>
          <a:solidFill>
            <a:srgbClr val="27AE60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✅ VoLTE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0624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Workflow: CALL → ANSWER_CALL → CHECK_VOLTE (both phones) → END_CALL
• imsCallType=2 in telephony.registry = VoLTE confirmed
• If result is 'no active call': run CHECK_VOLTE while call is still connected
• Ensure 4G/LTE network and 'Enhanced 4G LTE' is ON in mobile 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657600"/>
            <a:ext cx="5852160" cy="2743200"/>
          </a:xfrm>
          <a:prstGeom prst="rect">
            <a:avLst/>
          </a:prstGeom>
          <a:solidFill>
            <a:srgbClr val="22263A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657600"/>
            <a:ext cx="5852160" cy="457200"/>
          </a:xfrm>
          <a:prstGeom prst="rect">
            <a:avLst/>
          </a:prstGeom>
          <a:solidFill>
            <a:srgbClr val="F39C12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⚙️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0624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Edit config.py OR use the Devices panel in the web UI — both update the same file
• ADB_PATH in config.py must point to your adb.exe on Windows
• Restart start_web.bat after changing config.py outside the web UI
• Templates are browser-local (localStorage) — not shared between machines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5C6EF8"/>
          </a:solidFill>
          <a:ln>
            <a:solidFill>
              <a:srgbClr val="2E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C6EF8"/>
                </a:solidFill>
              </a:rPr>
              <a:t>📱 Phone Test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Start the web UI:  python web_builder.py  or  start_web.bat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6EF8"/>
                </a:solidFill>
              </a:rPr>
              <a:t>Open browser →  http://localhost:5000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18096"/>
                </a:solidFill>
              </a:rPr>
              <a:t>Mobicom  ·  Phone Automation System  ·  Version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